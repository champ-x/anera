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Recheck after seven consecutive days below 0.5%.</a:t>
            </a:r>
          </a:p>
        </p:txBody>
      </p:sp>
    </p:spTree>
  </p:cSld>
</p:notes>
</file>

<file path=ppt/slides/_rels/slide2.xml.rels><?xml version="1.0" encoding="UTF-8" standalone="yes"?>
<Relationships xmlns="http://schemas.openxmlformats.org/package/2006/relationships">
  <Relationship Id="rIdNotes" Type="http://schemas.openxmlformats.org/officeDocument/2006/relationships/notesSlide" Target="../notesSlides/notes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Launch Readiness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Project LANTERN-27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Decision: HOLD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Observed maximum error rate: 0.7%</a:t>
            </a:r>
          </a:p>
        </p:txBody>
      </p:sp>
    </p:spTree>
  </p:cSld>
</p:sld>
</file>